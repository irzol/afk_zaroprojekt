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89A4DC-4D41-4A95-8983-2BFCBB62A87D}">
  <a:tblStyle styleId="{BD89A4DC-4D41-4A95-8983-2BFCBB62A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3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471862"/>
            <a:ext cx="7620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928913" y="1004887"/>
            <a:ext cx="433402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UNITY FEJLESZTŐI DOKUMENTÁCIÓ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230641" y="1404937"/>
            <a:ext cx="5730716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AFK Záróprojekt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41414" y="2605087"/>
            <a:ext cx="670902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Rendszerszintű áttekintés: Játékos, Fegyverzet és Boss mechanikák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5525" y="3481387"/>
            <a:ext cx="760095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850594" y="2328862"/>
            <a:ext cx="6490811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Játékos Mechanikák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3070026" y="3376612"/>
            <a:ext cx="605179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mozgás, az életerő és az állóképesség dinamikus rendszere.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619750" y="4195762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8362"/>
            <a:ext cx="5286375" cy="353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138362"/>
            <a:ext cx="528637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090987"/>
            <a:ext cx="4524375" cy="100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952500" y="2519362"/>
            <a:ext cx="47505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Irányítás Logikája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3119437"/>
            <a:ext cx="452437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PlayerMovement.cs kezeli a fizika-alapú mozgást. A karakter sebessége és ugróereje függ az aktuális stamina szintjétől, biztosítva a taktikus játékmenetet.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715125" y="2519362"/>
            <a:ext cx="47505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Dash Mechanika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15125" y="3119437"/>
            <a:ext cx="452437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Egy coroutine-alapú rendszer, amely átmenetileg felfüggeszti a gravitációt (gravityScale = 0), és lineáris impulzust ad a karakternek 0.2 mp-ig.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49029" y="4319587"/>
            <a:ext cx="531316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143000" y="4567237"/>
            <a:ext cx="41433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rPr>
              <a:t>v: sebesség, d: irány, p: erő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000875" y="405288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096125" y="4052887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Újratöltési idő: 0.7 mp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000875" y="431006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7096125" y="4310062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TrailRenderer vizuális effekt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000875" y="4567237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096125" y="4567237"/>
            <a:ext cx="4143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Stamina költség: 20 egység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Mozgás és Dash Rendszer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2814637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100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243387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BÁZIS ÉRTÉKEK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334125" y="2814637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Erőforrás Menedzsment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334125" y="3414712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játékos életerő (HP) és állóképesség (Stamina) rendszere alapvetően határozza meg a túlélést. A sebzés utáni visszapattanás és a piros villanás (Blink) azonnali vizuális visszajelzést ad.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334125" y="4329112"/>
            <a:ext cx="5286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Kritikus sebzés: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Ha a HP 2 egység alá esik, a Die() metódus hívódik meg, leállítva a játékot.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HP és Stamina Gazdálkodás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3485673" y="2328862"/>
            <a:ext cx="5220652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Fegyverrendszer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079551" y="3376612"/>
            <a:ext cx="603274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Arzenál, lövedék-fizika és az egyedi fegyverkezelő controller.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619750" y="4195762"/>
            <a:ext cx="952500" cy="47625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555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9555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95550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857250" y="3514725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Lőfegyverek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57250" y="4114800"/>
            <a:ext cx="292104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Desert Eagle és Revolver: Alapvető lőfegyverek, precíz célzással az egérkurzor irányába.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635549" y="3514725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Nehézfegyver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635549" y="4114800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RPG: Lassabb lövedéksebesség, de hatalmas pusztító erő és területi hatás.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413849" y="3514725"/>
            <a:ext cx="306710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Közelharci / Dobó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13849" y="4114800"/>
            <a:ext cx="29210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Dobókés: Gyors támadási sebesség, de korlátozott hatótávolság és egyedi ív.</a:t>
            </a:r>
            <a:endParaRPr/>
          </a:p>
        </p:txBody>
      </p:sp>
      <p:pic>
        <p:nvPicPr>
          <p:cNvPr descr="image.png" id="154" name="Google Shape;1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82892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82892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Választható Fegyverek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571500" y="2095500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Dinamikus Csatolás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571500" y="2695575"/>
            <a:ext cx="528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FegyverPickup.cs trigger-alapon működik. Felvételkor a script: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434340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lövés az egér pozíciója alapján számított Z-tengely korrekcióval történik.</a:t>
            </a:r>
            <a:endParaRPr/>
          </a:p>
        </p:txBody>
      </p:sp>
      <p:pic>
        <p:nvPicPr>
          <p:cNvPr descr="image.png" id="167" name="Google Shape;16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05025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57250" y="31337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952500" y="313372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Példányosítja a fegyvert a tartóponton.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57250" y="33909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52500" y="339090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Kikapcsolja a fegyver saját gravitációját.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857250" y="364807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952500" y="364807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Letiltja az ütközéseket a játékossal.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57250" y="39052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952500" y="3905250"/>
            <a:ext cx="4905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Beállítja az egyedi FirePoint referenciát.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Pickup és Harci Logika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443287" y="4895850"/>
            <a:ext cx="53054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statisztikák a fegyverek relatív erejét mutatják egyetlen találat esetén.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Fegyverek Sebzési Mutatói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3375660" y="2328862"/>
            <a:ext cx="544068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Boss Harcok és AI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3024187" y="3376612"/>
            <a:ext cx="6143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Skull Boss felépítése és a Cinemachine kameraváltási logika.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5619750" y="4195762"/>
            <a:ext cx="952500" cy="476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7937"/>
            <a:ext cx="5286375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47937"/>
            <a:ext cx="5286375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952500" y="2967037"/>
            <a:ext cx="47505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Slam Attack (Lecsapás)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952500" y="3567112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3 körös sorozat, ahol a boss a játékos feje felé mozog. Minden körrel gyorsul az oldalirányú mozgás és csökken a lecsapás előtti várakozás.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952500" y="4481512"/>
            <a:ext cx="4524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Mechanika: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 = -1f-re történő hirtelen elmozdulás.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6715125" y="2967037"/>
            <a:ext cx="47505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1F5F9"/>
                </a:solidFill>
                <a:latin typeface="Poppins"/>
                <a:ea typeface="Poppins"/>
                <a:cs typeface="Poppins"/>
                <a:sym typeface="Poppins"/>
              </a:rPr>
              <a:t>Teeth Attack (Lövedék)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6715125" y="3567112"/>
            <a:ext cx="4524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boss szélső pozíciót vesz fel, majd 3 fogat lő ki sugárirányban. A lövedékek folyamatos forgást végeznek repülés közben.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715125" y="4481512"/>
            <a:ext cx="4524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Mechanika: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Szögfüggő példányosítás (Rotate metódus).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Skull Boss Támadási Minták</a:t>
            </a:r>
            <a:endParaRPr/>
          </a:p>
        </p:txBody>
      </p:sp>
      <p:sp>
        <p:nvSpPr>
          <p:cNvPr id="209" name="Google Shape;209;p22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5" name="Google Shape;215;p23"/>
          <p:cNvGraphicFramePr/>
          <p:nvPr/>
        </p:nvGraphicFramePr>
        <p:xfrm>
          <a:off x="2743200" y="2386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{BD89A4DC-4D41-4A95-8983-2BFCBB62A87D}</a:tableStyleId>
              </a:tblPr>
              <a:tblGrid>
                <a:gridCol w="1828800"/>
                <a:gridCol w="1533525"/>
                <a:gridCol w="3343275"/>
              </a:tblGrid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Paraméter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Érték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Megjegyzés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Maximum HP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600 egység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36 találat a halálhoz (16.66 sebzés/hit)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Támadási Várakozás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0.2s - 1.5s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fázis előrehaladtával csökken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Kameraváltás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Priority: 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Cinemachine Brain prioritás alapú váltás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Halál Effekt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Burn Animation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BD5E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Coroutine által vezérelt 1.5s várakozás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3"/>
          <p:cNvSpPr/>
          <p:nvPr/>
        </p:nvSpPr>
        <p:spPr>
          <a:xfrm>
            <a:off x="2743200" y="3581400"/>
            <a:ext cx="18288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4572000" y="3581400"/>
            <a:ext cx="15335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6105525" y="3581400"/>
            <a:ext cx="33432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2743200" y="4191000"/>
            <a:ext cx="18288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4572000" y="4191000"/>
            <a:ext cx="15335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6105525" y="4191000"/>
            <a:ext cx="33432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2743200" y="4800600"/>
            <a:ext cx="18288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4572000" y="4800600"/>
            <a:ext cx="15335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6105525" y="4800600"/>
            <a:ext cx="33432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/>
          <p:nvPr/>
        </p:nvSpPr>
        <p:spPr>
          <a:xfrm>
            <a:off x="2743200" y="5410200"/>
            <a:ext cx="182880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4572000" y="5410200"/>
            <a:ext cx="15335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6105525" y="5410200"/>
            <a:ext cx="33432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Boss Statisztikák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3950731" y="1223962"/>
            <a:ext cx="429053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Kérdések?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1941314" y="2557462"/>
            <a:ext cx="830922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 rendszer bemutatása véget ért. További részletekért forduljon a fejlesztői kódhoz!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091410" y="5233987"/>
            <a:ext cx="200917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AFK ZÁRÓPROJEKT // 2026</a:t>
            </a:r>
            <a:endParaRPr/>
          </a:p>
        </p:txBody>
      </p:sp>
      <p:pic>
        <p:nvPicPr>
          <p:cNvPr descr="image.png" id="238" name="Google Shape;23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3424237"/>
            <a:ext cx="28575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5"/>
          <p:cNvSpPr/>
          <p:nvPr/>
        </p:nvSpPr>
        <p:spPr>
          <a:xfrm>
            <a:off x="2738437" y="2752725"/>
            <a:ext cx="67151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2738437" y="3524250"/>
            <a:ext cx="67151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2738437" y="3514725"/>
            <a:ext cx="6715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2738437" y="3514725"/>
            <a:ext cx="6715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2738437" y="4286250"/>
            <a:ext cx="6715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2738437" y="4286250"/>
            <a:ext cx="6715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38437" y="2895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3833812" y="2902743"/>
            <a:ext cx="56197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https://i.ytimg.com/vi/F5l8vP90EvU/maxresdefault.jpg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3833812" y="3136106"/>
            <a:ext cx="561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www.youtube.com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8437" y="3667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3833812" y="3674268"/>
            <a:ext cx="56197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https://assetstorev1-prd-cdn.unity3d.com/key-image/ba8d8913-1603-44aa-99b9-811af9fab376.jpg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3833812" y="3907631"/>
            <a:ext cx="561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assetstore.unity.com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38437" y="4438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3833812" y="4445793"/>
            <a:ext cx="56197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https://img.itch.zone/aW1nLzE2MDMwMjcuZ2lm/originalm/30JyG8.gif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3833812" y="4679156"/>
            <a:ext cx="561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untiedgames.itch.io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0" name="Google Shape;260;p25"/>
          <p:cNvSpPr/>
          <p:nvPr/>
        </p:nvSpPr>
        <p:spPr>
          <a:xfrm>
            <a:off x="571500" y="571500"/>
            <a:ext cx="47625" cy="571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